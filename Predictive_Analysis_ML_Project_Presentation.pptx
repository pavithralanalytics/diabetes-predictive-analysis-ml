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74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6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93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3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93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8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1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3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25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8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312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Predictive Analysis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Diabetes Prediction Model</a:t>
            </a:r>
          </a:p>
          <a:p>
            <a:r>
              <a:rPr lang="en-IN" dirty="0"/>
              <a:t>Data analytics </a:t>
            </a:r>
            <a:r>
              <a:rPr dirty="0"/>
              <a:t>Project</a:t>
            </a:r>
            <a:endParaRPr lang="en-IN" dirty="0"/>
          </a:p>
          <a:p>
            <a:r>
              <a:rPr lang="en-IN" dirty="0"/>
              <a:t>Pavithra l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1F53C-35EC-AD6F-7848-22685F1C930B}"/>
              </a:ext>
            </a:extLst>
          </p:cNvPr>
          <p:cNvSpPr txBox="1"/>
          <p:nvPr/>
        </p:nvSpPr>
        <p:spPr>
          <a:xfrm>
            <a:off x="825038" y="5598621"/>
            <a:ext cx="4730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pavithral.analytics@gmail.com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Predict diabetes using ML</a:t>
            </a:r>
          </a:p>
          <a:p>
            <a:r>
              <a:t>• Type: Classification Problem</a:t>
            </a:r>
          </a:p>
          <a:p>
            <a:r>
              <a:t>• Algorithm Used: Logistic Regression</a:t>
            </a:r>
          </a:p>
          <a:p>
            <a:r>
              <a:t>• Tools: Python, Pandas, Scikit-learn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Pima Indians Diabetes Dataset</a:t>
            </a:r>
          </a:p>
          <a:p>
            <a:r>
              <a:t>• 768 records</a:t>
            </a:r>
          </a:p>
          <a:p>
            <a:r>
              <a:t>• 8 independent features</a:t>
            </a:r>
          </a:p>
          <a:p>
            <a:r>
              <a:t>• Target Variable: Outcome (0 = No, 1 = Yes)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Correlation analysis performed</a:t>
            </a:r>
          </a:p>
          <a:p>
            <a:r>
              <a:t>• Selected important features:</a:t>
            </a:r>
          </a:p>
          <a:p>
            <a:r>
              <a:t>   - Glucose</a:t>
            </a:r>
          </a:p>
          <a:p>
            <a:r>
              <a:t>   - BMI</a:t>
            </a:r>
          </a:p>
          <a:p>
            <a:r>
              <a:t>   - Age</a:t>
            </a:r>
          </a:p>
          <a:p>
            <a:r>
              <a:t>   - Pregnancies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Train-Test Split (80%-20%)</a:t>
            </a:r>
          </a:p>
          <a:p>
            <a:r>
              <a:t>• Feature Scaling using StandardScaler</a:t>
            </a:r>
          </a:p>
          <a:p>
            <a:r>
              <a:t>• Prepared data for model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Algorithm: Logistic Regression</a:t>
            </a:r>
          </a:p>
          <a:p>
            <a:r>
              <a:t>• Model trained using training dataset</a:t>
            </a:r>
          </a:p>
          <a:p>
            <a:r>
              <a:t>• Learned relationship between features and outcome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 Score calculated</a:t>
            </a:r>
          </a:p>
          <a:p>
            <a:r>
              <a:t>• Confusion Matrix generated</a:t>
            </a:r>
          </a:p>
          <a:p>
            <a:r>
              <a:t>• Precision, Recall &amp; F1-Score evaluated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 successfully predicts diabetes risk</a:t>
            </a:r>
          </a:p>
          <a:p>
            <a:r>
              <a:t>• Glucose &amp; BMI are major influencing factors</a:t>
            </a:r>
          </a:p>
          <a:p>
            <a:r>
              <a:t>• Model suitable for basic predictive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 helps in medical risk prediction</a:t>
            </a:r>
          </a:p>
          <a:p>
            <a:r>
              <a:t>• Logistic Regression performed effectively</a:t>
            </a:r>
          </a:p>
          <a:p>
            <a:r>
              <a:t>• Can be improved using advanced 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</TotalTime>
  <Words>198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Retrospect</vt:lpstr>
      <vt:lpstr>Predictive Analysis Using Machine Learning</vt:lpstr>
      <vt:lpstr>Introduction</vt:lpstr>
      <vt:lpstr>Dataset Description</vt:lpstr>
      <vt:lpstr>Feature Selection</vt:lpstr>
      <vt:lpstr>Data Preprocessing</vt:lpstr>
      <vt:lpstr>Model Training</vt:lpstr>
      <vt:lpstr>Model Evaluation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PAVITHRA L</cp:lastModifiedBy>
  <cp:revision>3</cp:revision>
  <dcterms:created xsi:type="dcterms:W3CDTF">2013-01-27T09:14:16Z</dcterms:created>
  <dcterms:modified xsi:type="dcterms:W3CDTF">2026-02-15T05:38:00Z</dcterms:modified>
  <cp:category/>
</cp:coreProperties>
</file>